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ЗВІТ З ЛАБОРАТОРНОЇ РОБОТИ № 4</a:t>
            </a:r>
          </a:p>
          <a:p>
            <a:pPr algn="ctr">
              <a:defRPr sz="2200">
                <a:solidFill>
                  <a:srgbClr val="DCEBFF"/>
                </a:solidFill>
              </a:defRPr>
            </a:pPr>
            <a:r>
              <a:t>Тема: Основні типи змінних. Операції та їх пріоритет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Виконав студент: Демчук Давид Іванович</a:t>
            </a:r>
            <a:br/>
            <a:r>
              <a:t>Група: ФЕП-14С, ЛНУ ім. Івана Франка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1. МЕТА РОБОТИ ТА ТЕОРИТИЧНІ ВІДОМОСТІ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E50A0"/>
                </a:solidFill>
              </a:defRPr>
            </a:pPr>
            <a:r>
              <a:t>МЕТА РОБОТИ:</a:t>
            </a:r>
          </a:p>
          <a:p>
            <a:pPr>
              <a:defRPr sz="1600"/>
            </a:pPr>
            <a:r>
              <a:t>Вивчити поняття базових типів змінних у мові Сі, механізм роботи вказівників, основні арифметичні, логічні та побітові операції, їх пріоритет, а також реалізувати обчислення складних математичних виразів (розв'язання квадратного рівняння).</a:t>
            </a:r>
            <a:br/>
          </a:p>
          <a:p>
            <a:pPr>
              <a:defRPr b="1" sz="2000">
                <a:solidFill>
                  <a:srgbClr val="1E50A0"/>
                </a:solidFill>
              </a:defRPr>
            </a:pPr>
            <a:r>
              <a:t>ОСНОВНІ ПОНЯТТЯ:</a:t>
            </a:r>
          </a:p>
          <a:p>
            <a:pPr>
              <a:defRPr sz="1500"/>
            </a:pPr>
            <a:r>
              <a:t>• Базові типи даних: char, int, float, double, void.</a:t>
            </a:r>
          </a:p>
          <a:p>
            <a:pPr>
              <a:defRPr sz="1500"/>
            </a:pPr>
            <a:r>
              <a:t>• Модифікатори: short, long, signed, unsigned.</a:t>
            </a:r>
          </a:p>
          <a:p>
            <a:pPr>
              <a:defRPr sz="1500"/>
            </a:pPr>
            <a:r>
              <a:t>• Оператори: арифметичні (+, -, *, /), побітові (&amp;, |, ^, &gt;&gt;, &lt;&lt;).</a:t>
            </a:r>
          </a:p>
          <a:p>
            <a:pPr>
              <a:defRPr sz="1500"/>
            </a:pPr>
            <a:r>
              <a:t>• Вказівник: змінна, що зберігає адресу іншої змінної в пам'яті (&amp; - адреса, * - розіменування).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2. ХІД РОБОТИ: КВАДРАТНЕ РІВНЯННЯ ТА ВКАЗІВНИКИ (C)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#include &lt;stdio.h&gt;</a:t>
            </a:r>
            <a:br/>
            <a:r>
              <a:t>#include &lt;math.h&gt;</a:t>
            </a:r>
            <a:br/>
            <a:br/>
            <a:r>
              <a:t>int main(void) {</a:t>
            </a:r>
            <a:br/>
            <a:r>
              <a:t>    // 1. Вказівники</a:t>
            </a:r>
            <a:br/>
            <a:r>
              <a:t>    int val = 42;</a:t>
            </a:r>
            <a:br/>
            <a:r>
              <a:t>    int *ptr = &amp;val;</a:t>
            </a:r>
            <a:br/>
            <a:r>
              <a:t>    printf("Значення: %d, Адреса: %p, Розіменування: %d\n", val, (void*)&amp;val, *ptr);</a:t>
            </a:r>
            <a:br/>
            <a:br/>
            <a:r>
              <a:t>    // 2. Квадратне рівняння</a:t>
            </a:r>
            <a:br/>
            <a:r>
              <a:t>    double A = 1, B = -3, C = 2;</a:t>
            </a:r>
            <a:br/>
            <a:r>
              <a:t>    double D = (B * B) - (4 * A * C);</a:t>
            </a:r>
            <a:br/>
            <a:r>
              <a:t>    if (D &gt; 0) {</a:t>
            </a:r>
            <a:br/>
            <a:r>
              <a:t>        double x1 = (-B + sqrt(D)) / (2 * A);</a:t>
            </a:r>
            <a:br/>
            <a:r>
              <a:t>        double x2 = (-B - sqrt(D)) / (2 * A);</a:t>
            </a:r>
            <a:br/>
            <a:r>
              <a:t>        printf("x1 = %.2f, x2 = %.2f\n", x1, x2);</a:t>
            </a:r>
            <a:br/>
            <a:r>
              <a:t>    }</a:t>
            </a:r>
            <a:br/>
            <a:r>
              <a:t>    return 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3. ВИСНОВКИ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Під час виконання лабораторної роботи №4 я дослідив базові типи змінних у мові Сі, опанував використання арифметичних, логічних і побітових операторів, а також навчився виводити їх результати у двійковому форматі.</a:t>
            </a:r>
            <a:br/>
            <a:br/>
            <a:r>
              <a:t>Окрім того, практично закріпив роботу з вказівниками (операції взяття адреси та розіменування) та реалізував складні математичні обчислення на прикладі програми розв'язання квадратного рівняння з використанням бібліотеки math.h.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