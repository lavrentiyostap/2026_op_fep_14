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ЗВІТ З ЛАБОРАТОРНОЇ РОБОТИ № 3</a:t>
            </a:r>
          </a:p>
          <a:p>
            <a:pPr algn="ctr">
              <a:defRPr sz="2200">
                <a:solidFill>
                  <a:srgbClr val="DCEBFF"/>
                </a:solidFill>
              </a:defRPr>
            </a:pPr>
            <a:r>
              <a:t>Тема: Мова програмування Сі, компіляція, функції вводу/виводу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Виконав студент: Демчук Давид Іванович</a:t>
            </a:r>
            <a:br/>
            <a:r>
              <a:t>Група: ФЕП-14С, ЛНУ ім. Івана Франка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1. МЕТА РОБОТИ ТА ТЕОРИТИЧНІ ВІДОМОСТІ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E50A0"/>
                </a:solidFill>
              </a:defRPr>
            </a:pPr>
            <a:r>
              <a:t>МЕТА РОБОТИ:</a:t>
            </a:r>
          </a:p>
          <a:p>
            <a:pPr>
              <a:defRPr sz="1600"/>
            </a:pPr>
            <a:r>
              <a:t>Вивчити поняття компіляції, специфікаторів формату, а також практично засвоїти роботи з функціями форматованого введення (scanf) та виведення (printf) стандартної бібліотеки stdio.h мови програмування Сі.</a:t>
            </a:r>
            <a:br/>
          </a:p>
          <a:p>
            <a:pPr>
              <a:defRPr b="1" sz="2000">
                <a:solidFill>
                  <a:srgbClr val="1E50A0"/>
                </a:solidFill>
              </a:defRPr>
            </a:pPr>
            <a:r>
              <a:t>ОСНОВНІ СПЕЦИФІКАТОРИ ФОРМАТУ:</a:t>
            </a:r>
          </a:p>
          <a:p>
            <a:pPr>
              <a:defRPr sz="1500"/>
            </a:pPr>
            <a:r>
              <a:t>• %d / %i — ціле десяткове число зі знаком.</a:t>
            </a:r>
          </a:p>
          <a:p>
            <a:pPr>
              <a:defRPr sz="1500"/>
            </a:pPr>
            <a:r>
              <a:t>• %o — ціле число у вісімковій системі числення.</a:t>
            </a:r>
          </a:p>
          <a:p>
            <a:pPr>
              <a:defRPr sz="1500"/>
            </a:pPr>
            <a:r>
              <a:t>• %x / %X — ціле число у шістнадцятковій системі числення.</a:t>
            </a:r>
          </a:p>
          <a:p>
            <a:pPr>
              <a:defRPr sz="1500"/>
            </a:pPr>
            <a:r>
              <a:t>• %f — дійсне число з плаваючою комою.</a:t>
            </a:r>
          </a:p>
          <a:p>
            <a:pPr>
              <a:defRPr sz="1500"/>
            </a:pPr>
            <a:r>
              <a:t>• %e / %E — число в експоненційній формі запису.</a:t>
            </a:r>
          </a:p>
          <a:p>
            <a:pPr>
              <a:defRPr sz="1500"/>
            </a:pPr>
            <a:r>
              <a:t>• %c — поодинокий символ, %s — рядок символів, %p — вказівник.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2. ХІД РОБОТИ: ПОЧАТКОВИЙ КОД (C)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#include &lt;stdio.h&gt;</a:t>
            </a:r>
            <a:br/>
            <a:br/>
            <a:r>
              <a:t>int main(void) {</a:t>
            </a:r>
            <a:br/>
            <a:r>
              <a:t>    // --- ЗАВДАННЯ 2: Демонстрація роботи функції printf ---</a:t>
            </a:r>
            <a:br/>
            <a:r>
              <a:t>    int dec_num = 42;</a:t>
            </a:r>
            <a:br/>
            <a:r>
              <a:t>    printf("Десятковий (%%d): %d\n", dec_num);</a:t>
            </a:r>
            <a:br/>
            <a:r>
              <a:t>    printf("Вісімковий (%%o): %o\n", dec_num);</a:t>
            </a:r>
            <a:br/>
            <a:r>
              <a:t>    printf("Шістнадцятковий (%%x): %x\n", dec_num);</a:t>
            </a:r>
            <a:br/>
            <a:r>
              <a:t>    </a:t>
            </a:r>
            <a:br/>
            <a:r>
              <a:t>    double float_num = 123.456789;</a:t>
            </a:r>
            <a:br/>
            <a:r>
              <a:t>    printf("З плаваючою комою (%%f): %f\n", float_num);</a:t>
            </a:r>
            <a:br/>
            <a:r>
              <a:t>    printf("Експоненційна форма (%%e): %e\n", float_num);</a:t>
            </a:r>
            <a:br/>
            <a:br/>
            <a:r>
              <a:t>    // --- ЗАВДАННЯ 3: Форматоване введення даних ---</a:t>
            </a:r>
            <a:br/>
            <a:r>
              <a:t>    char name[50], email[50], color[30];</a:t>
            </a:r>
            <a:br/>
            <a:r>
              <a:t>    printf("Введіть Прізвище та Ініціали: ");</a:t>
            </a:r>
            <a:br/>
            <a:r>
              <a:t>    scanf(" %[^</a:t>
            </a:r>
            <a:br/>
            <a:r>
              <a:t>]s", name);</a:t>
            </a:r>
            <a:br/>
            <a:r>
              <a:t>    printf("Введіть пошту: ");</a:t>
            </a:r>
            <a:br/>
            <a:r>
              <a:t>    scanf("%s", email);</a:t>
            </a:r>
            <a:br/>
            <a:br/>
            <a:r>
              <a:t>    printf("| %-5d | %-23s | %-17s |\n", 1, name, email);</a:t>
            </a:r>
            <a:br/>
            <a:r>
              <a:t>    return 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3. ВИСНОВКИ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Під час виконання лабораторної роботи №3 я описав та практично дослідив роботу функцій введення/виведення мови програмування Сі (printf та scanf).</a:t>
            </a:r>
            <a:br/>
            <a:br/>
            <a:r>
              <a:t>Навчився використовувати основні специфікатори формату для виведення цілих чисел у різних системах числення (десятичній, вісімковій, шістнадцятирічній та двійковій), дійсних чисел у формі з плаваючою комою та експоненційній формі, а також рядків, символів та вказівників.</a:t>
            </a:r>
            <a:br/>
            <a:br/>
            <a:r>
              <a:t>Крім того, опанував форматоване введення даних з консолі за допомогою scanf та їх подальше форматування в табличний вигляд.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